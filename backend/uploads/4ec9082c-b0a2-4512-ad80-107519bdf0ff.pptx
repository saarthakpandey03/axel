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0" r:id="rId11"/>
    <p:sldId id="271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3023" y="201612"/>
            <a:ext cx="7772400" cy="1537541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(BCS-753) Presentation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8140" y="3541984"/>
            <a:ext cx="6400800" cy="1908284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Supervisor:                                            Submitted by: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                                         Student1(Roll No)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                                             Student2(Roll No)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                                           Student3(Roll No)</a:t>
            </a:r>
          </a:p>
          <a:p>
            <a:pPr algn="l"/>
            <a:r>
              <a:rPr lang="en-IN" sz="2000" dirty="0"/>
              <a:t>                                                         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Student4(Roll No)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228E7-D5D1-E25B-388D-6890F4559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220" y="1739153"/>
            <a:ext cx="1254641" cy="1219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7C1986-BBBD-640A-F22D-1F74F6DAEA8E}"/>
              </a:ext>
            </a:extLst>
          </p:cNvPr>
          <p:cNvSpPr txBox="1"/>
          <p:nvPr/>
        </p:nvSpPr>
        <p:spPr>
          <a:xfrm>
            <a:off x="2617692" y="2970725"/>
            <a:ext cx="4186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 Number-26MPA__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2D779C-CBE1-B9B2-CAF5-C5F7CF1B6376}"/>
              </a:ext>
            </a:extLst>
          </p:cNvPr>
          <p:cNvSpPr txBox="1"/>
          <p:nvPr/>
        </p:nvSpPr>
        <p:spPr>
          <a:xfrm>
            <a:off x="1474693" y="5462408"/>
            <a:ext cx="65890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92075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Computer Science &amp;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9207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IMS Engineering College, Ghaziabad</a:t>
            </a:r>
          </a:p>
          <a:p>
            <a:pPr marL="0" marR="0" lvl="0" indent="9207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A.P.J Abdul Kalam Technical University, Lucknow</a:t>
            </a:r>
          </a:p>
          <a:p>
            <a:pPr marL="0" marR="0" lvl="0" indent="9207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(2026-27)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Background</a:t>
            </a:r>
          </a:p>
          <a:p>
            <a:pPr>
              <a:defRPr sz="2400"/>
            </a:pPr>
            <a:r>
              <a:t>Need of project</a:t>
            </a:r>
          </a:p>
          <a:p>
            <a:pPr>
              <a:defRPr sz="2400"/>
            </a:pPr>
            <a: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Existing issues</a:t>
            </a:r>
          </a:p>
          <a:p>
            <a:pPr>
              <a:defRPr sz="2400"/>
            </a:pPr>
            <a:r>
              <a:t>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IN" dirty="0"/>
              <a:t>[3-4]</a:t>
            </a:r>
            <a:r>
              <a:rPr dirty="0"/>
              <a:t>Primary and secondary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5-10 key papers in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Identified gaps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Specific problem 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Overview of 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2AAD-35AF-BD30-99BE-431CF253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3FEA3-3FDF-13DB-9661-1BD2AC357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546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IN" dirty="0"/>
              <a:t>[5-10] in </a:t>
            </a:r>
            <a:r>
              <a:rPr dirty="0"/>
              <a:t>IEEE </a:t>
            </a:r>
            <a:r>
              <a:rPr lang="en-IN" dirty="0"/>
              <a:t>format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706" y="2739932"/>
            <a:ext cx="8229600" cy="114300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121</Words>
  <Application>Microsoft Office PowerPoint</Application>
  <PresentationFormat>On-screen Show (4:3)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Project (BCS-753) Presentation  on TITLE</vt:lpstr>
      <vt:lpstr>Introduction</vt:lpstr>
      <vt:lpstr>Problem Statement</vt:lpstr>
      <vt:lpstr>Objectives</vt:lpstr>
      <vt:lpstr>Literature Survey</vt:lpstr>
      <vt:lpstr>Research Gap</vt:lpstr>
      <vt:lpstr>Problem Formulation</vt:lpstr>
      <vt:lpstr>Proposed Solution</vt:lpstr>
      <vt:lpstr>Expected Outcomes</vt:lpstr>
      <vt:lpstr>Conclusion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Manu Bhatnagar</cp:lastModifiedBy>
  <cp:revision>3</cp:revision>
  <dcterms:created xsi:type="dcterms:W3CDTF">2013-01-27T09:14:16Z</dcterms:created>
  <dcterms:modified xsi:type="dcterms:W3CDTF">2026-07-09T09:27:47Z</dcterms:modified>
  <cp:category/>
</cp:coreProperties>
</file>